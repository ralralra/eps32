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고릴라셀 DSL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클라우드로 확장!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남는 시스템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시트를 데이터베이스로 — 저장되고, 통계 나오고, 어디서든 접속되는 진짜 서비스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시트 + Apps Script 서버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→ 클라우드 자동 업로드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원격 제어 + AI Studio 웹앱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 프로젝트 : 교실 환경 모니터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확장 — Apps Script · Google Sheets · AI Studio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Script로 doGet 웹앱을 배포하고 구글 시트에 데이터를 기록할 수 있어요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클라우드에 데이터를 올리고, 명령을 받아오는(폴링) 구조를 만들 수 있어요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웹앱 화면을 생성하고 Apps Script와 연결할 수 있어요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만들기 · Apps Script 첫 코드 · 웹앱 배포(가장 중요!)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Station 모드 · 센서 4종 자동 업로드 · 이름 일치 점검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원격 LED · AI Studio 웹앱 생성 · 폰에 PWA 설치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'교실 환경 모니터' 완성 · CSV 다운로드 · 구조 A/B 비교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완성할 새 구조 (구조 B)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폰과 ESP32는 직접 만나지 않아요 — 구글 시트라는 '공용 게시판'으로 소통해요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0594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05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📱 스마트폰 (어디서든) → 🌐 AI Studio 웹앱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인터넷으로 접속 — 화면 담당 (3교시 제작)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06624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095244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79776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⚙️ Apps Script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담당 — '구글 위의 server.on()'. 구글이 컴퓨터를 빌려주는 셈, 무료로 24시간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38454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3845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69080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Google Sheets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담당 — 데이터베이스! 시트에 쓰면 영원히 남아요 → 통계·CSV 해결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285232"/>
            <a:ext cx="11183112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67385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673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358384"/>
            <a:ext cx="10149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📡 ESP32 + 센서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10초마다 업로드 &amp; 명령 확인 = 폴링 — 지난주 요청-응답 원리 그대로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시트 만들기 + 첫 서버 코드 doGet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3회차의 server.on("/")과 완전히 같은 역할 — 자리만 ESP32에서 구글로 옮겼어요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doGet(e)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e.parameter = 주소 뒤 ?이름=값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sheet = SpreadsheetApp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.getActiveSpreadsheet()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.getSheetByName("시트1");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 = e.parameter.temp;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 = e.parameter.humi;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 = e.parameter.light;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 = e.parameter.sound;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sheet.appendRow(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[new Date(), t, h, l, s]);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시트 맨 아래에 한 줄 추가!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.createTextOutput("OK");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: 드라이브 → 스프레드시트 '팀1_데이터', 1행 제목 : 시각·온도·습도·조도·소음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프로그램 → Apps Script — 여기가 우리의 '서버 공장'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doGet = '요청이 오면 실행되는 함수'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appendRow = 시트에 한 줄 쓰기, 마지막 return이 응답("OK")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시트 탭 이름 '시트1'과 getSheetByName이 같아야!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② 웹앱 배포 — 오늘의 최대 고비!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하나만 틀려도 전부 안 돼요 — 화면과 똑같이 따라가자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새 배포 창 — 유형 '웹 앱' 선택 장면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액세스 권한 — '모든 사용자' 선택 장면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[배포] → [새 배포] → 톱니바퀴 → '웹 앱'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유형을 안 고르면 배포 버튼이 비활성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액세스 권한 : ★모든 사용자★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 '나만'이면 ESP32가 거부당해요 — 실패 원인 1위!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[배포] → 권한 승인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경고창 : 고급 → 이동 → 허용 (형식적 확인 절차)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'웹 앱 URL' 복사 → 팀 메모장에 보관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끝이 /exec 인지 확인 — /dev는 동작하지 않아요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개통 테스트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URL?temp=25&amp;humi=48&amp;light=800&amp;sound=120 → 시트에 줄 생기면 성공!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'권한이 없습니다'가 뜨면 → 액세스 재설정 후 [배포 관리]에서 새 버전으로 재배포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③ Station 모드 + 클라우드 업로드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 모드(WiFi 만들기) → Station 모드(WiFi 접속하기)로 전환 — 이번엔 보드가 '손님'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&lt;WiFi.h&gt;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&lt;HTTPClient.h&gt;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char* URL = "복사한 웹앱 URL";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WiFi.begin("WiFi이름", "비밀번호");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(WiFi.status() != WL_CONNECTED)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delay(500); // 연결 대기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t = dht.readTemperature();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HTTPClient http;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http.begin(String(URL)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"?temp=" + String(t));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http.setFollowRedirects(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HTTPC_FORCE_FOLLOW_REDIRECTS);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http.GET();   // 요청 발사!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http.end();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delay(10000); // 10초마다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WiFi.begin = 교사 핫스팟에 접속 (⚠ 2.4GHz만 — 5GHz 불가)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 뒤 ?temp=…&amp;humi=… 로 데이터 전달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setFollowRedirects : 구글의 '재안내'를 따라가는 옵션 — 빼먹으면 실패!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추가 공식 : 읽기 한 줄 + 주소 한 조각 + 시트 열 하나 + doGet 한 줄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10초마다 시트에 한 줄씩 '자동으로' 생기는 순간, 박수!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다르면 안 되는 이름들 — 철자 하나로 전체가 멈춰요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오류의 80%는 여기서 나요 — 막히면 이 표부터 대조!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3291840"/>
                <a:gridCol w="286207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연결 고리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다르면 생기는 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탭 이름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하단 탭 '시트1'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getSheetByName("시트1")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'시트 없음' 에러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이름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temp·humi·light·sound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e.parameter.temp …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시트에 빈 칸만 기록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순서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시각·온도·습도·조도·소음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appendRow([시각,t,h,l,s])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값이 엉뚱한 열에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서버 주소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웹앱 URL (끝 /exec)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ESP32·웹앱 fetch의 URL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아무 반응 없음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명령 값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 A1의 ON/OFF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if (cmd == "ON")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LED 무반응 (대소문자!)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이름표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HTML의 id="t"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getElementById("t")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화면 숫자가 안 바뀜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재배포하면 URL이 바뀔 수 있어요 — URL 쓰는 모든 곳을 한 번에 같이 교체!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④ 명령 폴링 — 반대 방향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'설정' 탭 A1칸에 ON/OFF를 쓰면 → ESP32가 읽어서 실행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[Apps Script] doGet에 분기 추가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(e.parameter.mode == "cmd")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 = SpreadsheetApp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.getActive()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.getSheetByName("설정");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ContentService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.createTextOutput(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s.getRange("A1").getValue());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[ESP32] loop 안, 10초마다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http.begin(String(URL)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+ "?mode=cmd");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http.GET();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cmd = http.getString();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(cmd == "ON")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HIGH);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digitalWrite(LED, LOW);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 A1에 ON 입력 → 최대 10초 뒤 교실 LED 점등!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즉시가 아닌 이유 = 폴링 주기(10초)만큼 기다림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반응이 필요하면 3~5초로 — 대신 요청 횟수 증가 (트레이드오프)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웹앱용 분기 mode=set(명령 쓰기)·latest(최근 1줄)는 배포 템플릿에 포함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⑤ AI Studio — 화면을 '생성'해요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aistudio.google.com → Build → New App — 이 프롬프트를 복사해 [ ]만 교체!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교실 환경 모니터 웹앱을 만들어줘.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화면 구성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상단 제목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"[1팀] 교실 환경 모니터"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큰 카드 4개 : 온도, 습도,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조도, 소음 (큰 숫자와 단위)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하단 : LED 켜기/끄기 버튼 2개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디자인 규칙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파란 계열, 모바일 우선,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버튼 크게, 글자 크게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동작 규칙 :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- 10초마다 [웹앱 URL]?mode=latest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에서 최신 값을 가져와 표시해줘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LED 버튼을 누르면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[웹앱 URL]?mode=set&amp;cmd=ON (OFF)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으로 요청을 보내줘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구성 → 디자인 규칙 → 동작 규칙, 3단 구조로 쓰면 실수가 없어요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후 : 스케치와 비교 → 한 번에 하나씩 수정 지시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보기로 HTML·CSS·JS 구조 확인 — 2회차의 3형제 그대로!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활용의 핵심 = 요구사항을 명확한 문장으로 쓰는 능력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 붙여넣기 전 끝이 /exec 인지 확인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⑥ 웹앱을 폰에 '앱처럼' 설치 (PWA)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링크로 열고 홈 화면에 추가하면 아이콘이 생겨요 — 모두의 핸드폰에서!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AI Studio — 공유/배포 버튼과 생성된 링크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폰 홈 화면 — 설치된 우리 앱 아이콘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Studio에서 공유(Share) → 앱 링크 만들기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이름·위치는 업데이트로 달라질 수 있어요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링크를 팀 채널로 전송 (또는 QR 생성)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QR을 교실 화면에 띄우면 모두 스캔!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브라우저로 링크 열기 → 동작 확인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4개와 버튼이 정상 표시되는지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화면에 추가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안드로이드 : 메뉴(⋮) / 아이폰 : 공유(⬆) → '홈 화면에 추가'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화면 아이콘 터치로 실행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주소창 없는 전체 화면 — 겉보기엔 완전한 앱!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웹앱을 수정해도 링크가 같으면 재설치 불필요 — 폰에서 새로고침만 하면 최신 화면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 프로젝트 : 교실 환경 모니터 완성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웹앱에서 교실 온습도 확인 + LED 원격 제어 + 모든 기록이 시트에 저장 + CSV 다운로드까지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ESP32 → 시트 자동 업로드 (10초)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웹앱에서 최신 온도·습도·조도·소음 4종 표시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웹앱 버튼 → 시트 명령 → LED 반응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시트 : 파일 → 다운로드 → CSV 로 데이터 내려받기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팀원 전원 폰에 PWA 설치 — 이 시스템이 팀 프로젝트의 '뼈대 템플릿'!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안 되면 흐름 순서대로 점검 : ① URL 직접 열기 ② 시트에 줄 생기나 ③ 시리얼 에러 확인 — 끊긴 구간 찾기가 디버깅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— 구조 A vs 구조 B, 언제 무엇을 쓸까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표를 팀 프로젝트에서 '선택의 근거'로 쓰게 돼요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5079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항목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 A : ESP32 단독 (3회차)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 B : 클라우드 연동 (오늘)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인터넷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 — ESP32가 WiFi 생성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 — 폰·보드 모두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저장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전원 끄면 소멸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시트에 영구 저장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통계·CSV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어려움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쉬움 (시트가 곧 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접속 범위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근거리 (같은 WiFi)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어디서든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반응 속도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폴링 주기만큼 지연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어울리는 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원리 학습 · 근거리 리모컨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기록·통계가 필요한 서비스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 프로젝트는 기록과 통계가 핵심 → 구조 B를 표준으로 사용해요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4회차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 표부터! 에러는 정보예요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84708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3619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URL을 열면 '액세스 권한이 없습니다'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배포 액세스가 '모든 사용자'인지 재확인 → 수정했으면 [배포 관리]에서 새 버전으로 재배포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312724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81635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고쳤는데 반영이 안 돼요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Apps Script는 수정 후 반드시 재배포 — 배포 관리 → 연필 → 새 버전 (URL 바뀌면 ESP32 코드도 교체!)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9651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ESP32가 WiFi에 연결이 안 돼요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핫스팟 이름·비번 오타 확인, 2.4GHz인지 확인 (ESP32는 5GHz 불가)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30352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568756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7667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요청은 보냈는데 시트에 안 쌓여요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setFollowRedirects 줄이 있는지 확인 — 구글의 '재안내'를 따라가야 해요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구글 시트를 데이터베이스로, Apps Script를 서버로 만들었어요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ESP32가 10초마다 클라우드에 데이터를 올려요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웹앱 → 시트 → ESP32 원격 제어(폴링)를 완성했어요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AI Studio로 화면을 생성하고 연결했어요 — 뼈대 템플릿 확보!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— 5회차 : 팀 프로젝트 출발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드디어 우리 팀 프로젝트 확정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명세서 · 화면 스케치 · 시트 설계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Studio로 우리 프로젝트 웹앱 제작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템플릿이 그대로 출발점이 돼요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💎 오늘의 3대 보물 : ① 웹앱 URL ② 시트 ③ ESP32 코드 — 팀 드라이브에 반드시 백업!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2026-07-20T12:43:39Z</dcterms:created>
  <dcterms:modified xsi:type="dcterms:W3CDTF">2026-07-20T12:43:39Z</dcterms:modified>
</cp:coreProperties>
</file>