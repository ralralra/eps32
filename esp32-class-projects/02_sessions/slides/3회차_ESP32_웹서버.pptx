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42248" y="7040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48" y="7040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213848" y="8412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3928" y="8412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005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6400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11430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7772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84280" y="12344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고릴라셀 DSL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0515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32C4F"/>
          </a:solidFill>
          <a:ln w="12700">
            <a:solidFill>
              <a:srgbClr val="1BC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51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3회차 / 7회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웹서버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폰으로 보드를 조종해요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 만든 웹페이지를 ESP32에 심어요 — 인터넷 없이, 내 보드가 곧 서버예요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서버란? · AP 모드 첫 접속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64992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47872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버튼으로 진짜 LED 제어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7064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9944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센서값을 웹 화면에 실시간으로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89136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2016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미션 : 내 손안의 리모컨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웹서버 — 내가 만든 웹페이지를 보드에서 구동 · 4시간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수업 + 10분 휴식 · 4교시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3969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ESP32를 AP 모드로 설정해 자체 WiFi를 만들고, 스마트폰으로 접속할 수 있어요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버튼 → ESP32 → LED·LCD로 이어지는 '제어 흐름'을 구현할 수 있어요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497433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센서값 → ESP32 → 웹 화면으로 이어지는 '표시 흐름(폴링)'을 구현할 수 있어요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920240"/>
          <a:ext cx="49651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59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서버의 정체 · AP 모드 · 첫 'Hello' 페이지 접속 성공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HTML을 코드에 심기 · 엔드포인트 · LED 원격 제어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JSON · 센서값 자동 갱신(폴링) · 미니 기상 스테이션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종합 미션 '내 손안의 리모컨' · 한계 토론 · 심화(LittleFS)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서버란? — 한 문장이면 충분해요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= 요청을 받으면 응답하는 프로그램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20215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7202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식당에 비유하면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손님(스마트폰)이 주문(요청)하면 → 주방(서버)이 음식(응답)을 내줘요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35174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38069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380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08326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웹에서는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브라우저가 주소를 열면(요청) → 서버가 HTML을 돌려준다(응답)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53028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955923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559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726180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유튜브·네이버도 똑같아요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규모만 클 뿐, '요청 → 응답' 구조는 완전히 동일해요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770882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073777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0737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844034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선언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ESP32, 네가 오늘부터 서버다 — 우리 팀 전용 미니 유튜브 본사!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원리는 4회차의 구글 Apps Script에서도, 어떤 개발을 하더라도 똑같이 반복돼요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AP 모드 + 첫 웹서버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코드를 업로드하면 ESP32가 'Team1_IoT'라는 WiFi를 만들어요 (AP = Access Point)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&lt;WiFi.h&gt;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&lt;WebServer.h&gt;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WebServer server(80); // 80=웹 기본 문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WiFi.softAP("Team1_IoT",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"12345678");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(WiFi이름, 비밀번호 8자 이상)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server.on("/", []() { // 대문(/)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server.send(200, "text/html",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"&lt;h1&gt;Hello ESP32!&lt;/h1&gt;");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server.begin(); // 영업 시작!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server.handleClient();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softAP() 한 줄로 WiFi 생성 — 인터넷이 전혀 필요 없어요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server.on("주소", 할일) : 주소별 응답 등록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send(200, 형식, 내용) : 200 = '정상 처리' 신호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handleClient() : 손님 왔나 계속 확인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번호로 WiFi 이름을 바꿔서 사용 (Team2_IoT ...)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② 스마트폰으로 접속하기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장면들이 모이면 '나만의 서버 개통' 완료예요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11455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69062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폰 WiFi 목록 — Team○_IoT가 보이는 화면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9194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478917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536524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폰 브라우저 — 192.168.4.1 접속 성공 화면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043684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43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후 잠시 대기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ESP32가 WiFi를 켜는 데 몇 초 걸려요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985516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85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24912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WiFi 목록에서 'Team1_IoT' 찾기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 이름의 WiFi가 보여요!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39273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666744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비밀번호 12345678 입력 후 연결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'인터넷 연결 없음' 경고가 떠도 정상 — 연결 유지 선택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4869180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869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608576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주소창에 192.168.4.1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 모드에서 ESP32의 주소는 항상 이 번호예요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5811012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811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55040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'Hello ESP32!'가 뜨면 성공!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옆 사람 폰으로도 접속 — 동시 접속돼야 진짜 서버!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폰이 자꾸 WiFi를 끊으면? '모바일 데이터'를 잠시 끄면 해결 — 폰이 인터넷 쪽으로 도망가는 것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엔드포인트 — 주소에 명령을 실어요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 뒤에 붙는 경로가 곧 '요청서의 제목' — server.on()을 주소마다 하나씩 등록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34263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192.168.4.1/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대문 — 웹페이지(HTML)를 주세요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192.168.4.1/led/on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명령 — LED를 켜 주세요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192.168.4.1/led/off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명령 — LED를 꺼 주세요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192.168.4.1/sensor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 — 지금 센서값을 알려 주세요 (3교시)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이것이 모든 웹 API의 원리 — 다음 주 구글 Apps Script도 똑같아요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③ 내 HTML 심기 + LED 엔드포인트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R"rawliteral( )" 사이에 지난주 HTML을 통째로 붙여넣어요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4434840"/>
          </a:xfrm>
          <a:prstGeom prst="roundRect">
            <a:avLst>
              <a:gd name="adj" fmla="val 206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PAGE[] = R"rawliteral(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html&gt;&lt;html&gt; ...지난주 HTML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onclick="fetch('/led/on')"&gt;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LED 켜기&lt;/button&gt;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onclick="fetch('/led/off')"&gt;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LED 끄기&lt;/button&gt;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...&lt;/html&gt; )rawliteral";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setup() 안에 추가 :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server.on("/", []()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server.send(200,"text/html",PAGE);});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server.on("/led/on", []()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digitalWrite(LED, HIGH);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server.send(200,"text/plain","OK");});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server.on("/led/off", []()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digitalWrite(LED, LOW);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server.send(200,"text/plain","OK");});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rawliteral : 따옴표 걱정 없이 HTML을 통째로 담는 그릇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버튼의 onclick이 fetch('/led/on')로 변경 — 지난주의 '빈칸'이 채워졌어요!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요청이 오면 digitalWrite 실행 → 진짜 LED가 켜져요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구역 규칙 : ① 맨 위 선언 ② setup() 등록 ③ loop()엔 handleClient 한 줄 ④ HTML은 PAGE 안에서만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loop()에 delay를 넣으면 반응이 느려져요! HTML 고치면 반드시 재업로드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방금 일어난 일 — 전체 흐름 복기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화면 터치부터 LED 점등까지 0.1초 동안의 여행 — 이 그림을 종이에 그리는 게 오늘의 평가 과제!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20215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7202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폰에서 [LED 켜기] 터치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onclick 발동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35174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38069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380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08326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JS가 fetch('/led/on') 전송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WiFi 전파를 타고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53028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955923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559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726180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ESP32가 요청 접수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server.on("/led/on") 매칭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770882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073777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0737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844034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digitalWrite 실행 → LED 점등!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"OK" 응답 회신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IoT 제품(스마트 전구, 로봇청소기 앱)이 이 구조 — LCD도 엔드포인트 하나면 추가 끝 (/lcd?msg=hello)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④⑤ /sensor JSON + 2초 자동 갱신(폴링)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 = 데이터를 주고받는 표준 문법 { "이름": 값 } — 재료부터 브라우저로 검사!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[ESP32] setup()에 추가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server.on("/sensor", []()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t = dht.readTemperature();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h = dht.readHumidity();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json =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"{\"temp\":" + String(t) +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",\"humi\":" + String(h) + "}";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server.send(200,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"application/json", json);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[HTML의 &lt;script&gt;]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update()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fetch("/sensor");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 = await res.json();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document.getElementById("t")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.innerText = d.temp;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setInterval(update, 2000); // 2초마다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브라우저에서 192.168.4.1/sensor 직접 열기 → {"temp":25.3,...} 확인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센서에 입김 불고 새로고침 → 습도가 확 오르면 정상!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setInterval(함수, 2000) : 2초마다 반복 실행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폴링 = 주기적으로 '지금 어때?' 물어보기 — 실시간처럼 보이지만 2초짜리 질문의 반복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습관 : 화면(JS)을 의심하기 전에 재료(JSON)부터 확인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① 미니 기상 스테이션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화면에 교실의 온도·습도가 2초마다 자동으로 갱신되어 표시돼요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/sensor 엔드포인트가 JSON 정상 응답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화면 숫자가 자동으로 변해요 (센서에 입김 불어 테스트!)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심화 : 조도 값도 추가하고, 온도 28℃ 이상이면 화면 배경을 빨갛게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배경 바꾸기 : if (d.temp &gt; 28) document.body.style.background = "#FBECEC";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미션 ② 내 손안의 리모컨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한 화면에서 : LED 켜기/끄기 + 입력한 글자를 교실 LCD로 전송 + 온습도 실시간 표시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LED 켜기/끄기 버튼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글자 입력창 + [보내기] → 그 글자가 교실 LCD에 표시 (/lcd 엔드포인트)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온습도 2초 자동 갱신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팀원 폰 최소 2대에서 동시 접속 성공 — 서로 LCD에 인사를 보내 봐요!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하나 완성 → 테스트 → 다음 추가! LCD는 server.arg("msg")로 글자를 꺼내 lcd.print, 웹은 fetch('/lcd?msg=' + 입력값)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토론 — 그런데 말입니다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완성의 기쁨 뒤에 숨은 3가지 아쉬움 (조별 토론 5분)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1051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전원을 끄면 측정 기록이 모두 증발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항상 켜져 있는 저장소가 필요해요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10896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통계? 그래프? 저장이 안 되니 불가능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데이터가 쌓이는 곳이 필요해요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87368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WiFi 범위(교실) 밖에선 접속 불가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어디서든 접속되는 '중간 장소'가 필요해요 = 클라우드!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아쉬움이 바로 다음 주 수업이 존재하는 이유 — 기술은 언제나 '불편함'에서 태어나요 (다음 주: 구글 시트!)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막히는 문제 해결소 — 3회차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이 표부터! 에러는 정보예요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84708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3619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WiFi 목록에 팀 WiFi가 안 보여요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업로드 성공 확인 → 보드 리셋(EN 버튼) → 비밀번호 8자 이상인지 확인(짧으면 AP 생성 실패)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312724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81635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연결은 됐는데 페이지가 안 열려요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주소 192.168.4.1 정확히 입력(http:// 없이 OK), 폰 모바일 데이터 끄기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09651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버튼은 눌리는데 LED가 안 켜져요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192.168.4.1/led/on 을 주소로 직접 열어보기 — 열리면 JS 문제, 안 열리면 server.on 등록 문제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30352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568756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5687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37667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rawliteral 부분에서 컴파일 에러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R"rawliteral( 과 )rawliteral" 짝 확인 — HTML 안에 )rawliteral" 글자가 있으면 안 됨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0350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5528" y="210312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'서버 = 요청받으면 응답하는 프로그램'을 체험으로 이해했어요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ESP32를 AP 모드 서버로 만들어 폰으로 접속했어요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웹 버튼 → 하드웨어 제어, 센서 → 웹 표시(폴링) 양방향을 완성했어요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인터넷 없이 동작하는 나만의 IoT 시스템을 가졌어요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12280" y="1371600"/>
            <a:ext cx="4873752" cy="4434840"/>
          </a:xfrm>
          <a:prstGeom prst="roundRect">
            <a:avLst>
              <a:gd name="adj" fmla="val 2062"/>
            </a:avLst>
          </a:prstGeom>
          <a:solidFill>
            <a:srgbClr val="0B1B33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8842248" y="50474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48" y="50474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213848" y="51846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3928" y="51846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53492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49834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49840" y="54864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0" y="51206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84280" y="5577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— 4회차 : 클라우드 확장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4032" y="210312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한계(저장·통계·원거리)를 해결해요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시트 = 우리의 데이터베이스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Apps Script = 구글 위의 server.on()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웹앱을 '생성'하는 경험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📸 오늘 그린 '요청-응답 흐름도'를 사진 찍어 제출 — 이 그림 한 장이 웹 개발의 전부예요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2026-07-20T11:51:45Z</dcterms:created>
  <dcterms:modified xsi:type="dcterms:W3CDTF">2026-07-20T11:51:45Z</dcterms:modified>
</cp:coreProperties>
</file>