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8842248" y="704088"/>
            <a:ext cx="68580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28048" y="704088"/>
            <a:ext cx="685800" cy="50292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213848" y="841248"/>
            <a:ext cx="64008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53928" y="841248"/>
            <a:ext cx="594360" cy="45720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78240" y="10058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7" name="Shape 5"/>
          <p:cNvSpPr/>
          <p:nvPr/>
        </p:nvSpPr>
        <p:spPr>
          <a:xfrm>
            <a:off x="9464040" y="64008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149840" y="114300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9" name="Shape 7"/>
          <p:cNvSpPr/>
          <p:nvPr/>
        </p:nvSpPr>
        <p:spPr>
          <a:xfrm>
            <a:off x="10789920" y="77724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384280" y="12344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4572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기반 IoT 메이커 교육 · ESP32 × 고릴라셀 DSL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" y="1051560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132C4F"/>
          </a:solidFill>
          <a:ln w="12700">
            <a:solidFill>
              <a:srgbClr val="1BC3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05156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1회차 / 7회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1783080"/>
            <a:ext cx="11155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IoT 세계로!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ESP32 첫 만남 — 보드·화면·센서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502920" y="33101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FC3D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내장 LED 깜빡임부터 LCD 글자, 그리고 첫 센서까지 — 오늘 보드와 친구가 돼요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02920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오리엔테이션 &amp; 팀 편성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364992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47872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547872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코딩 — 내장 LED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27064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9944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9944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LCD — 보드가 말을 해요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089136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72016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272016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센서 + 타이머 미션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02920" y="6172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3D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Wemos D1 R32 (ESP32) + 고릴라셀 DSL 세트 · 4시간 과정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목표와 흐름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수업 + 10분 휴식 · 4교시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목표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5806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04088" y="2139696"/>
            <a:ext cx="384048" cy="384048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2139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80160" y="2029968"/>
            <a:ext cx="4892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IoT 시스템의 전체 구조(입력→처리→출력→데이터)를 그림으로 설명할 수 있어요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02920" y="3337560"/>
            <a:ext cx="5806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4088" y="3557016"/>
            <a:ext cx="384048" cy="384048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1" name="Text 9"/>
          <p:cNvSpPr/>
          <p:nvPr/>
        </p:nvSpPr>
        <p:spPr>
          <a:xfrm>
            <a:off x="704088" y="3557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80160" y="3447288"/>
            <a:ext cx="4892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블록코딩으로 만든 동작을 C 코드로 확인하고, Arduino IDE로 직접 업로드할 수 있어요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02920" y="4754880"/>
            <a:ext cx="5806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04088" y="4974336"/>
            <a:ext cx="384048" cy="384048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5" name="Text 13"/>
          <p:cNvSpPr/>
          <p:nvPr/>
        </p:nvSpPr>
        <p:spPr>
          <a:xfrm>
            <a:off x="704088" y="4974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80160" y="4864608"/>
            <a:ext cx="4892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내장 LED와 LCD를 제어하고, 첫 센서(빛)의 값을 LCD에 표시하는 미션을 완수해요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72084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시간표</a:t>
            </a:r>
            <a:endParaRPr lang="en-US" sz="1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920240"/>
          <a:ext cx="496519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95935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활동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오리엔테이션 · 7주 로드맵 · 5개 프로젝트 소개 · 팀 편성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개발환경 점검 · 블록코딩→C 전환 · 내장 LED 팀 신호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LCD에 글자 표시 · 환영 메시지 미션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빛센서 첫 읽기 · 종합 미션: 카운트다운 타이머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IoT(사물인터넷)란 무엇일까요?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Internet of Things — 사물이 인터넷에 연결되어 스스로 데이터를 주고받는 것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720215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72021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1490472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사물(Thing)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화분, 매점 진열대, 우산꽂이, 교실 문 — 평범한 물건들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535174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4088" y="2838069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283806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2608326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 센서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물건이 주변을 '느끼게' 해요 — 온도, 밝기, 무게, 수분, 문 열림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3653028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3955923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395592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3726180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 인터넷 연결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느낀 것을 숫자 데이터로 바꿔 어디로든 보내요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2920" y="4770882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4088" y="5073777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20" name="Text 18"/>
          <p:cNvSpPr/>
          <p:nvPr/>
        </p:nvSpPr>
        <p:spPr>
          <a:xfrm>
            <a:off x="704088" y="507377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80160" y="4844034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= 스마트한 사물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스마트폰으로 화분의 목마름을 확인하고, 매점 재고를 실시간으로 보게 돼요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💬 핵심 질문 : 여러분 주변에서 '인터넷에 연결되면 더 편해질 물건'은 무엇일까요?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7주 로드맵 — 오늘은 첫 걸음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한 층씩 쌓아, 7회차 최종 발표가 목표!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311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6400800"/>
                <a:gridCol w="3776472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회차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만드는 것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ESP32 첫 만남 — LED·LCD·첫 센서 (오늘)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카운트다운 타이머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센서 입력 + 웹 기본기 (HTML·CSS·JS)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접근 경보기 · 내 리모컨 웹페이지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ESP32 웹서버 — 폰으로 보드 제어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손안의 리모컨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클라우드 확장 (구글 시트 저장)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교실 환경 모니터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팀 프로젝트 기획 · 웹앱 제작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기획서 + 웹앱 1차 버전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핵심 기능 구현 + 통계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동작하는 우리 팀 시스템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테스트 · 발표 · 시연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최종 발표!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프로젝트 5가지 — 우리 팀은 무엇을 만들까요?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1·2지망을 정해요 (팀당 3~4명, 확정은 4회차 후!)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311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816559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프로젝트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무엇을 만드나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① 스마트 매점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웹에서 상품 판매 → 재고 자동 차감 → 무게센서로 실물 재고까지 감지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스마트 창업 키오스크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메뉴 주문 → 주문번호 LCD 표시 → 매출 통계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스마트 우산 대여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웹 QR로 대여·반납 → 초음파·무게로 거치 감지 → 이용 통계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④ 스마트 화분 관리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토양습도·빛·온습도 측정 → 급수 알림 → 기록·통계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⑤ 스마트 출석·안전관리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웹 QR 체크인 → 홀센서로 문 열림 감지 → 출석부 통계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프로젝트별 30초 소개 후 1·2지망 조사 — 확정은 4회차 후라 부담 없이!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준비물 확인 — 내 자리에 있어야 할 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실드 결합 시 주의 : USB 포트 방향을 맞추고, 핀이 휘지 않게 수직으로 천천히!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212080" cy="2400300"/>
          </a:xfrm>
          <a:prstGeom prst="roundRect">
            <a:avLst>
              <a:gd name="adj" fmla="val 3810"/>
            </a:avLst>
          </a:prstGeom>
          <a:solidFill>
            <a:srgbClr val="FAFCFF"/>
          </a:solidFill>
          <a:ln w="19050">
            <a:solidFill>
              <a:srgbClr val="2E6BE6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02920" y="211455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📷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77240" y="2690622"/>
            <a:ext cx="4663440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자리 — Wemos D1 R32 보드 + 고릴라 실드 결합 사진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4091940"/>
            <a:ext cx="5212080" cy="2400300"/>
          </a:xfrm>
          <a:prstGeom prst="roundRect">
            <a:avLst>
              <a:gd name="adj" fmla="val 3810"/>
            </a:avLst>
          </a:prstGeom>
          <a:solidFill>
            <a:srgbClr val="FAFCFF"/>
          </a:solidFill>
          <a:ln w="19050">
            <a:solidFill>
              <a:srgbClr val="2E6BE6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02920" y="478917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📷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77240" y="5365242"/>
            <a:ext cx="4663440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자리 — 고릴라셀 DSL 세트(센서 셀 16종) 사진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26480" y="13716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순서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26480" y="2043684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4" name="Text 12"/>
          <p:cNvSpPr/>
          <p:nvPr/>
        </p:nvSpPr>
        <p:spPr>
          <a:xfrm>
            <a:off x="6126480" y="20436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1783080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Wemos D1 R32 보드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아두이노 우노처럼 생겼지만 WiFi가 내장된 ESP32 보드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126480" y="2985516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29855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2724912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고릴라셀 DSL 세트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고릴라 실드(포트판) + 센서 셀 16종 — 오늘은 LCD·빛센서 셀만 사용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126480" y="3927348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0" name="Text 18"/>
          <p:cNvSpPr/>
          <p:nvPr/>
        </p:nvSpPr>
        <p:spPr>
          <a:xfrm>
            <a:off x="6126480" y="39273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83680" y="3666744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USB 케이블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컴퓨터와 보드 연결 (데이터 전송용인지 확인!)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126480" y="4869180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3" name="Text 21"/>
          <p:cNvSpPr/>
          <p:nvPr/>
        </p:nvSpPr>
        <p:spPr>
          <a:xfrm>
            <a:off x="6126480" y="48691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0" y="4608576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노트북 (팀당 1대 이상)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Arduino IDE + 블록코딩 도구 설치 확인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6126480" y="5811012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58110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83680" y="5550408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포트-핀맵 카드 (배포)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코드의 핀 번호는 항상 이 카드 기준!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따라하기 ① 보드 연결과 첫 업로드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두 장면을 통과해야 오늘 하루가 편해져요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212080" cy="2400300"/>
          </a:xfrm>
          <a:prstGeom prst="roundRect">
            <a:avLst>
              <a:gd name="adj" fmla="val 3810"/>
            </a:avLst>
          </a:prstGeom>
          <a:solidFill>
            <a:srgbClr val="FAFCFF"/>
          </a:solidFill>
          <a:ln w="19050">
            <a:solidFill>
              <a:srgbClr val="2E6BE6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02920" y="211455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📷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77240" y="2690622"/>
            <a:ext cx="4663440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자리 — Arduino IDE — 보드·포트가 선택된 툴 메뉴 화면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4091940"/>
            <a:ext cx="5212080" cy="2400300"/>
          </a:xfrm>
          <a:prstGeom prst="roundRect">
            <a:avLst>
              <a:gd name="adj" fmla="val 3810"/>
            </a:avLst>
          </a:prstGeom>
          <a:solidFill>
            <a:srgbClr val="FAFCFF"/>
          </a:solidFill>
          <a:ln w="19050">
            <a:solidFill>
              <a:srgbClr val="2E6BE6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02920" y="478917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📷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77240" y="5365242"/>
            <a:ext cx="4663440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자리 — 하단 콘솔 — '업로드 완료' 메시지 화면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26480" y="13716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순서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26480" y="2043684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4" name="Text 12"/>
          <p:cNvSpPr/>
          <p:nvPr/>
        </p:nvSpPr>
        <p:spPr>
          <a:xfrm>
            <a:off x="6126480" y="20436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1783080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USB로 보드 연결 → IDE 실행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보드의 전원 LED가 켜지는지 확인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126480" y="2985516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29855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2724912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툴 → 보드 → esp32 → ESP32 Dev Module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보드(D1 R32)는 이 설정으로 동작해요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126480" y="3927348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0" name="Text 18"/>
          <p:cNvSpPr/>
          <p:nvPr/>
        </p:nvSpPr>
        <p:spPr>
          <a:xfrm>
            <a:off x="6126480" y="39273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83680" y="3666744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툴 → 포트 → COM○ 선택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케이블을 뽑았다 꽂으면 새로 나타나는 번호가 내 보드!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126480" y="4869180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3" name="Text 21"/>
          <p:cNvSpPr/>
          <p:nvPr/>
        </p:nvSpPr>
        <p:spPr>
          <a:xfrm>
            <a:off x="6126480" y="48691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0" y="4608576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업로드(→) 버튼 클릭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체크(✓)는 검사만, 화살표(→)가 진짜 업로드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6126480" y="5811012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58110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83680" y="5550408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파란 LED 깜빡이면 합격!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Connecting...에서 멈추면 BOOT(IO0) 버튼 2~3초</a:t>
            </a:r>
            <a:endParaRPr lang="en-US" sz="1450" dirty="0"/>
          </a:p>
        </p:txBody>
      </p:sp>
      <p:sp>
        <p:nvSpPr>
          <p:cNvPr id="28" name="Shape 26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🔧 포트가 안 보이면? CH340 드라이버 문제 — 마지막 '문제 해결소' 참고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방금 그 블록, C 코드로는 이렇게 생겼어요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블록 1개 = 코드 1줄 — 이 대응을 눈으로 확인하는 게 오늘의 핵심 수확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806440" cy="4434840"/>
          </a:xfrm>
          <a:prstGeom prst="roundRect">
            <a:avLst>
              <a:gd name="adj" fmla="val 2062"/>
            </a:avLst>
          </a:prstGeom>
          <a:solidFill>
            <a:srgbClr val="0F2240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5544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읽기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58952" y="1920240"/>
            <a:ext cx="53492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LED 깜빡이기 (블록과 같은 동작)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LED 2  // D1 R32 내장 LED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setup() {          // 처음 1번 실행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pinMode(LED, OUTPUT); // 2번핀=출력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loop() {           // 계속 반복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digitalWrite(LED, HIGH); // 켜기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delay(1000);             // 1초 대기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digitalWrite(LED, LOW);  // 끄기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delay(1000);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14630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setup() = '시작하기' 블록 (1번만)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loop() = '반복하기' 블록 (무한 반복)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digitalWrite(핀, HIGH) = 'LED 켜기' 블록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delay(1000) = '1초 기다리기' 블록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// 뒤는 주석 — 사람을 위한 메모, 보드는 무시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내장 LED는 '항상 되는 출력' — 앞으로 모든 실습의 동작 확인용 신호등이 돼요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미션 ① 우리 팀 LED 신호 만들기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4" name="Text 2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859536"/>
            <a:ext cx="1417320" cy="402336"/>
          </a:xfrm>
          <a:prstGeom prst="roundRect">
            <a:avLst>
              <a:gd name="adj" fmla="val 50000"/>
            </a:avLst>
          </a:prstGeom>
          <a:solidFill>
            <a:srgbClr val="2E6BE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859536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MISSION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11183112" cy="960120"/>
          </a:xfrm>
          <a:prstGeom prst="roundRect">
            <a:avLst>
              <a:gd name="adj" fmla="val 8571"/>
            </a:avLst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46304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 </a:t>
            </a:r>
            <a:pPr indent="0" marL="0">
              <a:buNone/>
            </a:pPr>
            <a:r>
              <a:rPr lang="en-US" sz="15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내장 LED의 깜빡임 패턴으로 팀만의 신호 3가지 — 예: 대기(천천히 3번) · 작업중(빠르게 5번) · 완료(길게 1번)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2920" y="2651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 조건 체크리스트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063240"/>
            <a:ext cx="11183112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246120"/>
            <a:ext cx="10607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블록코딩으로 먼저 완성하고 동작 확인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'C 코드 보기'로 같은 코드를 확인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그 코드를 Arduino IDE에 옮겨 직접 업로드해도 같은 동작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팀원 모두 한 번씩 업로드 성공 + 신호의 의미를 설명할 수 있음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힌트  '빠르게'는 delay를 줄이면 된다(예: 150). 짧음·긺의 조합이 곧 '정보' — 6회차 알림 설계의 씨앗!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LCD — 16칸 × 2줄의 작은 화면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I2C 방식 : 선 2가닥(SDA·SCL)으로 통신 — LCD 셀은 실드의 I2C 포트에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806440" cy="4434840"/>
          </a:xfrm>
          <a:prstGeom prst="roundRect">
            <a:avLst>
              <a:gd name="adj" fmla="val 2062"/>
            </a:avLst>
          </a:prstGeom>
          <a:solidFill>
            <a:srgbClr val="0F2240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5544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읽기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58952" y="1920240"/>
            <a:ext cx="53492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&lt;LiquidCrystal_I2C.h&gt;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고릴라셀 LCD 주소 = 0x20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LiquidCrystal_I2C lcd(0x20, 16, 2);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setup()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lcd.init();          // LCD 준비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lcd.backlight();     // 백라이트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lcd.setCursor(0, 0); // 0칸, 0줄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lcd.print("Hello Team1!");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lcd.setCursor(0, 1); // 둘째 줄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lcd.print("IoT Start!");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loop() { }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14630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#include = 라이브러리 불러오기 (라이브러리 관리에서 LiquidCrystal I2C 설치)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고릴라셀 LCD의 I2C 주소는 0x20 (다른 제품이면 0x27·0x3F)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setCursor(칸, 줄)로 위치 지정, print()로 표시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loop가 비어 있어도 화면은 유지돼요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clear() + print(변수) + delay면 '갱신되는 계기판' 완성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글자가 안 보이면? ① 뒷면 파란 다이얼(대비) 조절 ② 다른 제품 LCD면 주소 0x27·0x3F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미션 ② 환영 메시지 보드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4" name="Text 2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859536"/>
            <a:ext cx="1417320" cy="402336"/>
          </a:xfrm>
          <a:prstGeom prst="roundRect">
            <a:avLst>
              <a:gd name="adj" fmla="val 50000"/>
            </a:avLst>
          </a:prstGeom>
          <a:solidFill>
            <a:srgbClr val="2E6BE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859536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MISSION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11183112" cy="960120"/>
          </a:xfrm>
          <a:prstGeom prst="roundRect">
            <a:avLst>
              <a:gd name="adj" fmla="val 8571"/>
            </a:avLst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46304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 </a:t>
            </a:r>
            <a:pPr indent="0" marL="0">
              <a:buNone/>
            </a:pPr>
            <a:r>
              <a:rPr lang="en-US" sz="15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전원이 켜지면 LCD 두 줄에 우리 팀 환영 메시지가 뜨고, 동시에 내장 LED가 팀 신호(미션①)로 인사해요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2920" y="2651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 조건 체크리스트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063240"/>
            <a:ext cx="11183112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246120"/>
            <a:ext cx="10607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LCD 두 줄을 모두 사용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LED 팀 신호와 LCD 표시가 함께 동작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setup()과 loop()의 역할 차이를 팀원에게 설명할 수 있음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힌트  영문·숫자 기준 한 줄 16자 — 팀 이름이 길면 두 줄로 나누거나 줄여요. 한글은 기본 LCD에 표시되지 않아요!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센서 — 빛센서 값을 LCD에 표시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센서 → 숫자 → 화면, 3단 흐름이 IoT의 최소 단위예요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806440" cy="4434840"/>
          </a:xfrm>
          <a:prstGeom prst="roundRect">
            <a:avLst>
              <a:gd name="adj" fmla="val 2062"/>
            </a:avLst>
          </a:prstGeom>
          <a:solidFill>
            <a:srgbClr val="0F2240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5544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읽기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58952" y="1920240"/>
            <a:ext cx="53492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LIGHT 34 // 빛센서 포트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아날로그 셀은 A2~A5 위치 포트!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(실제 번호는 포트-핀맵 카드)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loop()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 v = analogRead(LIGHT);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0(어두움) ~ 4095(밝음)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lcd.clear();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lcd.setCursor(0, 0);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lcd.print("Light:");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lcd.print(v);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delay(500);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14630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analogRead : 밝기의 '정도'를 0~4095 숫자로 (원리는 2회차에!)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손으로 센서를 가려 봐요 — 숫자가 뚝 떨어져요!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A2~A5 위치? WiFi를 켜면 일부 핀의 아날로그 읽기가 멈추기 때문 — 3회차에 체감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읽고(센서), 판단하고(코드), 보여준다(LCD) — 오늘의 완성형!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미션 ③ 카운트다운 타이머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4" name="Text 2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859536"/>
            <a:ext cx="1417320" cy="402336"/>
          </a:xfrm>
          <a:prstGeom prst="roundRect">
            <a:avLst>
              <a:gd name="adj" fmla="val 50000"/>
            </a:avLst>
          </a:prstGeom>
          <a:solidFill>
            <a:srgbClr val="2E6BE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859536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MISSION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11183112" cy="960120"/>
          </a:xfrm>
          <a:prstGeom prst="roundRect">
            <a:avLst>
              <a:gd name="adj" fmla="val 8571"/>
            </a:avLst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46304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 </a:t>
            </a:r>
            <a:pPr indent="0" marL="0">
              <a:buNone/>
            </a:pPr>
            <a:r>
              <a:rPr lang="en-US" sz="15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LCD에 10부터 0까지 1초씩 줄어드는 숫자 → 0이 되는 순간 'TIME OVER!' + 내장 LED 빠르게 5번 점멸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2920" y="2651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 조건 체크리스트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063240"/>
            <a:ext cx="11183112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246120"/>
            <a:ext cx="10607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LCD 카운트다운 (10 → 0)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0에서 'TIME OVER!' 표시와 LED 점멸이 함께 동작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블록 또는 C 코드 중 팀이 선택 (C 도전 시 +성취)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심화 : 빛센서를 가리면 타이머 일시정지! (어두우면 count 유지)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완성 동작을 영상으로 촬영 → 오늘의 산출물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힌트  for(int i=10; i&gt;=0; i--) { 표시; delay(1000); } — 심화는 if(analogRead(LIGHT) &gt; 기준값)일 때만 감소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 막히는 문제 해결소 — 1회차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막히면 이 표부터! 에러는 정보예요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1118311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4088" y="1847088"/>
            <a:ext cx="384048" cy="384048"/>
          </a:xfrm>
          <a:prstGeom prst="ellipse">
            <a:avLst/>
          </a:prstGeom>
          <a:solidFill>
            <a:srgbClr val="FBEDEB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536192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업로드 시 포트(COM)가 목록에 없어요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USB 케이블이 '충전 전용'인지 확인 → 데이터 케이블로 교체. 그래도 안 되면 CH340 드라이버 설치(교사 USB에 준비됨)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2743200"/>
            <a:ext cx="1118311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" y="3127248"/>
            <a:ext cx="384048" cy="384048"/>
          </a:xfrm>
          <a:prstGeom prst="ellipse">
            <a:avLst/>
          </a:prstGeom>
          <a:solidFill>
            <a:srgbClr val="FBEDEB"/>
          </a:solidFill>
          <a:ln/>
        </p:spPr>
      </p:sp>
      <p:sp>
        <p:nvSpPr>
          <p:cNvPr id="10" name="Text 8"/>
          <p:cNvSpPr/>
          <p:nvPr/>
        </p:nvSpPr>
        <p:spPr>
          <a:xfrm>
            <a:off x="704088" y="3127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2816352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업로드 중 'Connecting...'에서 멈춰요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D1 R32는 보통 자동 진행 — 드물게 멈추면 그 글자가 보일 때 BOOT(IO0) 버튼을 2~3초 눌러줘요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02920" y="4023360"/>
            <a:ext cx="1118311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04088" y="4407408"/>
            <a:ext cx="384048" cy="384048"/>
          </a:xfrm>
          <a:prstGeom prst="ellipse">
            <a:avLst/>
          </a:prstGeom>
          <a:solidFill>
            <a:srgbClr val="FBEDEB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80160" y="4096512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LCD에 아무것도 안 나와요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① 고릴라셀 LCD 주소가 0x20인지 확인 ② 뒷면 파란 다이얼로 대비 조절 ③ I2C 스캐너 코드로 실제 주소 확인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02920" y="5303520"/>
            <a:ext cx="1118311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04088" y="5687568"/>
            <a:ext cx="384048" cy="384048"/>
          </a:xfrm>
          <a:prstGeom prst="ellipse">
            <a:avLst/>
          </a:prstGeom>
          <a:solidFill>
            <a:srgbClr val="FBEDEB"/>
          </a:solidFill>
          <a:ln/>
        </p:spPr>
      </p:sp>
      <p:sp>
        <p:nvSpPr>
          <p:cNvPr id="18" name="Text 16"/>
          <p:cNvSpPr/>
          <p:nvPr/>
        </p:nvSpPr>
        <p:spPr>
          <a:xfrm>
            <a:off x="704088" y="5687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80160" y="5376672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센서 값이 0 또는 이상한 값만 나와요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십중팔구 포트 위치·핀 번호 문제 — 핀맵 카드와 #define 번호를 대조, 아날로그 셀은 A2~A5 위치인지 확인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수업 정리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6035040" cy="4434840"/>
          </a:xfrm>
          <a:prstGeom prst="roundRect">
            <a:avLst>
              <a:gd name="adj" fmla="val 2062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57276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우리가 해낸 것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95528" y="2103120"/>
            <a:ext cx="5486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IoT의 구조와 7주 로드맵을 이해했어요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블록 → C 코드 → 직접 업로드의 3단계를 경험했어요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내장 LED와 LCD를 제어하고, 첫 센서(빛)를 읽어 화면에 표시했어요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종합 미션 '카운트다운 타이머'를 완성했어요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812280" y="1371600"/>
            <a:ext cx="4873752" cy="4434840"/>
          </a:xfrm>
          <a:prstGeom prst="roundRect">
            <a:avLst>
              <a:gd name="adj" fmla="val 2062"/>
            </a:avLst>
          </a:prstGeom>
          <a:solidFill>
            <a:srgbClr val="0B1B33"/>
          </a:solidFill>
          <a:ln/>
        </p:spPr>
      </p:sp>
      <p:sp>
        <p:nvSpPr>
          <p:cNvPr id="7" name="Shape 5"/>
          <p:cNvSpPr/>
          <p:nvPr/>
        </p:nvSpPr>
        <p:spPr>
          <a:xfrm flipV="1">
            <a:off x="8842248" y="5047488"/>
            <a:ext cx="68580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28048" y="5047488"/>
            <a:ext cx="685800" cy="50292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213848" y="5184648"/>
            <a:ext cx="64008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853928" y="5184648"/>
            <a:ext cx="594360" cy="45720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0" y="53492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464040" y="498348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149840" y="548640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4" name="Shape 12"/>
          <p:cNvSpPr/>
          <p:nvPr/>
        </p:nvSpPr>
        <p:spPr>
          <a:xfrm>
            <a:off x="10789920" y="512064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384280" y="55778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6" name="Text 14"/>
          <p:cNvSpPr/>
          <p:nvPr/>
        </p:nvSpPr>
        <p:spPr>
          <a:xfrm>
            <a:off x="7086600" y="15727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시간 — 2회차 : 센서와 웹의 만남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114032" y="2103120"/>
            <a:ext cx="4343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DSL 세트의 센서들을 본격 탐험 — 디지털과 아날로그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초음파로 접근 경보기 만들기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HTML·CSS·JS로 내 첫 웹페이지 작성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3회차에 그 페이지를 보드에 심어요!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📸 오늘 만든 타이머 영상, 팀 채널에 꼭 올려둬요 — 7주 뒤 첫날의 나를 만나게 돼요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2026-07-20T11:51:45Z</dcterms:created>
  <dcterms:modified xsi:type="dcterms:W3CDTF">2026-07-20T11:51:45Z</dcterms:modified>
</cp:coreProperties>
</file>